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Problem Statement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Learners need grounded Python help while practicing.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1/10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194767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1874520"/>
            <a:ext cx="5321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Data science learners ask many Python questions while practicing.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245059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2377440"/>
            <a:ext cx="5321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They need answers grounded in reliable examples, not made-up responses.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295351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880360"/>
            <a:ext cx="5321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The goal is a public API that answers from a trusted Stack Overflow Python Q&amp;A dataset.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66560" y="1234440"/>
            <a:ext cx="1737360" cy="640080"/>
          </a:xfrm>
          <a:prstGeom prst="roundRect">
            <a:avLst>
              <a:gd name="adj" fmla="val 11429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13441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</a:rPr>
              <a:t>Learner question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61120" y="123444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134416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</a:rPr>
              <a:t>Risk: hallucinated answer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18120" y="274320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09560" y="28529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</a:rPr>
              <a:t>Grounded response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03920" y="1554480"/>
            <a:ext cx="411480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012680" y="1874520"/>
            <a:ext cx="-777240" cy="82296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1874520"/>
            <a:ext cx="731520" cy="82296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6675120" y="4160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Design principle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75120" y="452628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475569"/>
                </a:solidFill>
              </a:rPr>
              <a:t>Every useful answer should be traceable to retrieved Q&amp;A sources.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What I Built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 small API surface for grounded Python answers.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2/10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22960" y="1234440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34416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1220"/>
                </a:solidFill>
              </a:rPr>
              <a:t>FastAPI app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331720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Processed 5k-row dataset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429000"/>
            <a:ext cx="2194560" cy="713232"/>
          </a:xfrm>
          <a:prstGeom prst="roundRect">
            <a:avLst>
              <a:gd name="adj" fmla="val 1025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3872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Grounded answer output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920240" y="1947672"/>
            <a:ext cx="0" cy="356616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920240" y="3044952"/>
            <a:ext cx="0" cy="356616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88620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API endpoints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886200" y="1691640"/>
            <a:ext cx="6583680" cy="1005840"/>
          </a:xfrm>
          <a:prstGeom prst="roundRect">
            <a:avLst>
              <a:gd name="adj" fmla="val 727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60520" y="19019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GET /health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1901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Checks whether the API is running.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60520" y="22860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POST /ask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09360" y="22860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Accepts a Python question and returns answer, confidence, sources, limitations.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886200" y="32918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220"/>
                </a:solidFill>
              </a:rPr>
              <a:t>Deployment-ready constraint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3886200" y="386791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42232" y="3794760"/>
            <a:ext cx="559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</a:rPr>
              <a:t>Uses a processed 5k-row Kaggle subset.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886200" y="432511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42232" y="4251960"/>
            <a:ext cx="559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</a:rPr>
              <a:t>Reliable on free-tier deployment targets.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3886200" y="478231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42232" y="4709160"/>
            <a:ext cx="559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</a:rPr>
              <a:t>Project stays simple, explainable, and testable.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RAG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Retrieval-augmented generation for dataset search — not an agent.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3/10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5740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6712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User question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057400" y="2377440"/>
            <a:ext cx="283464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77440" y="205740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16712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Clean / tokenize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931920" y="2377440"/>
            <a:ext cx="283464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51960" y="205740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216712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Retrieve docs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806440" y="2377440"/>
            <a:ext cx="283464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26480" y="205740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216712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Rank sources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80960" y="2377440"/>
            <a:ext cx="283464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001000" y="205740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2440" y="216712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Generate answer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555480" y="2377440"/>
            <a:ext cx="283464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875520" y="205740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66960" y="216712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Return citations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14400" y="3657600"/>
            <a:ext cx="45720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70432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Why this is RAG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70432" y="42702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</a:rPr>
              <a:t>The app retrieves relevant Stack Overflow examples first, then generates an answer from those sources.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92240" y="3657600"/>
            <a:ext cx="4572000" cy="109728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Why not an agent?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766560" y="42702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E2E8F0"/>
                </a:solidFill>
              </a:rPr>
              <a:t>No tool planning or multi-step agent workflow is needed for a single dataset search task.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Architecture Diagram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Clear controller / service / repository separation.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4/10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080760" y="1417320"/>
            <a:ext cx="0" cy="36576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080760" y="2423160"/>
            <a:ext cx="0" cy="36576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080760" y="3429000"/>
            <a:ext cx="0" cy="36576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800600" y="1051560"/>
            <a:ext cx="2560320" cy="59436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1612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Client / Swagger UI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800600" y="1874520"/>
            <a:ext cx="2560320" cy="594360"/>
          </a:xfrm>
          <a:prstGeom prst="roundRect">
            <a:avLst>
              <a:gd name="adj" fmla="val 12308"/>
            </a:avLst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9842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FastAPI routes.py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00600" y="2880360"/>
            <a:ext cx="256032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29900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QAController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800600" y="3886200"/>
            <a:ext cx="2560320" cy="59436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3995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QAService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560320" y="4892040"/>
            <a:ext cx="23774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50017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</a:rPr>
              <a:t>DocumentRepository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086600" y="4892040"/>
            <a:ext cx="29718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500176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</a:rPr>
              <a:t>GroundedAnswerGenerator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600200" y="5715000"/>
            <a:ext cx="4297680" cy="502920"/>
          </a:xfrm>
          <a:prstGeom prst="roundRect">
            <a:avLst>
              <a:gd name="adj" fmla="val 14545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91640" y="5824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KeywordRetriever over processed Kaggle documents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Dataset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Kaggle Stack Overflow Python Q&amp;A, transformed for deployment.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5/10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68680" y="132588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356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</a:rPr>
              <a:t>Questions.csv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205740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1671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</a:rPr>
              <a:t>Answers.csv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278892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898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</a:rPr>
              <a:t>Tags.csv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2359152"/>
            <a:ext cx="960120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77640" y="2057400"/>
            <a:ext cx="210312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69080" y="216712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Preparation script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2359152"/>
            <a:ext cx="960120" cy="0"/>
          </a:xfrm>
          <a:prstGeom prst="line">
            <a:avLst/>
          </a:prstGeom>
          <a:noFill/>
          <a:ln w="2286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23760" y="1965960"/>
            <a:ext cx="3200400" cy="868680"/>
          </a:xfrm>
          <a:prstGeom prst="roundRect">
            <a:avLst>
              <a:gd name="adj" fmla="val 8421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0" y="207568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processed_python_qa_5k.csv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Each processed row contains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4400" y="466344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732020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question title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9000" y="466344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02152" y="4732020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body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466344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16752" y="4732020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best answer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516636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5234940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tags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9000" y="516636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172033"/>
          </a:solidFill>
          <a:ln w="12700">
            <a:solidFill>
              <a:srgbClr val="1720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02152" y="5234940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score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943600" y="5166360"/>
            <a:ext cx="2148840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16752" y="5234940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Stack Overflow URL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6. Key Design Decisions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Simple, explainable choices for a learner-facing API.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6/10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68680" y="1234440"/>
            <a:ext cx="2057400" cy="594360"/>
          </a:xfrm>
          <a:prstGeom prst="roundRect">
            <a:avLst>
              <a:gd name="adj" fmla="val 1230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344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FastAPI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337560" y="12801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Automatic Swagger docs and easy API testing.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2377440"/>
            <a:ext cx="2057400" cy="594360"/>
          </a:xfrm>
          <a:prstGeom prst="roundRect">
            <a:avLst>
              <a:gd name="adj" fmla="val 12308"/>
            </a:avLst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487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Layered structure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37560" y="24231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Controller, service, repository — each file has one job.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68680" y="3520440"/>
            <a:ext cx="2057400" cy="594360"/>
          </a:xfrm>
          <a:prstGeom prst="roundRect">
            <a:avLst>
              <a:gd name="adj" fmla="val 12308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630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Lightweight RAG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37560" y="35661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Custom retrieval keeps the project understandable without heavy frameworks.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68680" y="4663440"/>
            <a:ext cx="2057400" cy="594360"/>
          </a:xfrm>
          <a:prstGeom prst="roundRect">
            <a:avLst>
              <a:gd name="adj" fmla="val 1230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7731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</a:rPr>
              <a:t>5k subset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37560" y="47091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Stable free-tier deployment with predictable memory and startup time.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7. Retrieval And Grounding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Confidence and citations keep answers explainable.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7/10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Retrieval mechanics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185623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783080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</a:rPr>
              <a:t>Keyword / TF-IDF style retrieval with cosine similarity.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258568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</a:rPr>
              <a:t>Title and tag matches receive a small boost.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" y="280720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734056"/>
            <a:ext cx="5047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</a:rPr>
              <a:t>Low top score triggers a low-confidence fallback.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92240" y="1325880"/>
            <a:ext cx="4251960" cy="2743200"/>
          </a:xfrm>
          <a:prstGeom prst="roundRect">
            <a:avLst>
              <a:gd name="adj" fmla="val 2667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16459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Answer package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12280" y="224028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85432" y="2308860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answer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641080" y="224028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14232" y="2308860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confidence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283464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85432" y="2903220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sources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641080" y="2834640"/>
            <a:ext cx="1417320" cy="329184"/>
          </a:xfrm>
          <a:prstGeom prst="roundRect">
            <a:avLst>
              <a:gd name="adj" fmla="val 22222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14232" y="2903220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limitations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484632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Grounding rule: every good answer includes sources so the user can verify where it came from.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 Testing Results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API behavior verified across happy paths and edge cases.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8/10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14400" y="121615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2344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</a:rPr>
              <a:t>Health check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840480" y="123444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GET /health confirms service uptime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9339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</a:rPr>
              <a:t>Successful answer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40480" y="201168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Python questions return grounded response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277063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7889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</a:rPr>
              <a:t>Validation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0480" y="27889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Bad inputs are rejected cleanly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354787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3566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</a:rPr>
              <a:t>Low-confidence fallback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840480" y="356616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Non-matching or weak retrieval returns a safe response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3251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4343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220"/>
                </a:solidFill>
              </a:rPr>
              <a:t>Manual report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840480" y="434340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</a:rPr>
              <a:t>10 successful Python queries documented in docs/test_results.md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01000" y="525780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539496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docs/test_results.md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9. Scaling To 100+ Concurrent Users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</a:rPr>
              <a:t>Performance, cost, and serving changes for production traffic.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</a:rPr>
              <a:t>Python Q&amp;A Assistant  •  9/10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Scale strategy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Latency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180136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2E8F0"/>
                </a:solidFill>
              </a:rPr>
              <a:t>Pre-build the index at deploy time instead of rebuilding per request.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22960" y="237744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48716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Async calls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39572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2E8F0"/>
                </a:solidFill>
              </a:rPr>
              <a:t>Keep endpoints async when adding an external LLM or vector DB.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297180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08152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Database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0" y="29900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2E8F0"/>
                </a:solidFill>
              </a:rPr>
              <a:t>Move documents and embeddings to pgvector, Qdrant, Pinecone, or FAISS.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22960" y="356616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7588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Caching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58444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2E8F0"/>
                </a:solidFill>
              </a:rPr>
              <a:t>Cache frequent questions and retrieval results in Redis.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416052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27024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Serving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0" y="417880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2E8F0"/>
                </a:solidFill>
              </a:rPr>
              <a:t>Run multiple Uvicorn workers behind a load balancer.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822960" y="47548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CFFAFE"/>
          </a:solidFill>
          <a:ln w="12700">
            <a:solidFill>
              <a:srgbClr val="CFFA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86460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220"/>
                </a:solidFill>
              </a:rPr>
              <a:t>Cost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0" y="477316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E2E8F0"/>
                </a:solidFill>
              </a:rPr>
              <a:t>Use a cheap retriever first; call an LLM only for final synthesis.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3108960" y="5577840"/>
            <a:ext cx="5943600" cy="502920"/>
          </a:xfrm>
          <a:prstGeom prst="roundRect">
            <a:avLst>
              <a:gd name="adj" fmla="val 1454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572414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Keep retrieval cheap, reserve LLM calls for synthesis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926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 Deployment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749808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Public Render deployment for the FastAPI service.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Python Q&amp;A Assistant  •  10/10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868680" y="132588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408176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08760" y="138074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Push the repo to GitHub with the processed 5k CSV included.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2112264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194560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216712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Deployed on Render free tier.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68680" y="2898648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8408" y="2980944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08760" y="295351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Live URL: https://python-qa-rag-assistant.onrender.com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68680" y="3685032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3767328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3739896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Swagger UI: https://python-qa-rag-assistant.onrender.com/docs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68680" y="4471416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4553712"/>
            <a:ext cx="1645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452628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</a:rPr>
              <a:t>Health check confirms document_count = 5000.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017520" y="5715000"/>
            <a:ext cx="6126480" cy="530352"/>
          </a:xfrm>
          <a:prstGeom prst="roundRect">
            <a:avLst>
              <a:gd name="adj" fmla="val 1379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587959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Deployment output: public API URL + Swagger documentation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Q&amp;A Assistant</dc:title>
  <dc:subject>Python Programming Q&amp;A Assistant</dc:subject>
  <dc:creator>OpenAI</dc:creator>
  <cp:lastModifiedBy>OpenAI</cp:lastModifiedBy>
  <cp:revision>1</cp:revision>
  <dcterms:created xsi:type="dcterms:W3CDTF">2026-06-14T08:11:13Z</dcterms:created>
  <dcterms:modified xsi:type="dcterms:W3CDTF">2026-06-14T08:11:13Z</dcterms:modified>
</cp:coreProperties>
</file>