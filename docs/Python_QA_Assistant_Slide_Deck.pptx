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Learners need grounded Python help while practicing.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Python Q&amp;A Assistant  •  1/10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</a:rPr>
              <a:t>The challenge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874520"/>
            <a:ext cx="5321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Data science learners ask many Python questions while practicing.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45059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377440"/>
            <a:ext cx="5321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They need answers grounded in reliable examples, not made-up responses.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29535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880360"/>
            <a:ext cx="5321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The goal is a public API that answers from a trusted Stack Overflow Python Q&amp;A dataset.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66560" y="123444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3441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Learner question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0" y="123444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13441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Risk: hallucinated answer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18120" y="274320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28529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Grounded response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1554480"/>
            <a:ext cx="411480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12680" y="1874520"/>
            <a:ext cx="-777240" cy="82296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52360" y="1874520"/>
            <a:ext cx="731520" cy="82296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67512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Design principle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75120" y="452628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Every useful answer should be traceable to retrieved Q&amp;A sources.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What I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 small API surface for grounded Python answers.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Python Q&amp;A Assistant  •  2/10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4416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FastAPI app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4144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Processed 5k-row dataset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3872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Grounded answer output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20240" y="1947672"/>
            <a:ext cx="0" cy="356616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920240" y="3044952"/>
            <a:ext cx="0" cy="356616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88620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</a:rPr>
              <a:t>API endpoints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886200" y="1691640"/>
            <a:ext cx="6583680" cy="100584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901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 /health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901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Checks whether the API is running.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60520" y="2286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/ask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Accepts a Python question and returns answer, confidence, sources, limitations.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86200" y="32918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Deployment-ready constraint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3886200" y="38679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42232" y="3794760"/>
            <a:ext cx="5596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Uses a processed 5k-row Kaggle subset.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886200" y="43251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42232" y="4251960"/>
            <a:ext cx="5596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Reliable on free-tier deployment targets.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886200" y="47823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42232" y="4709160"/>
            <a:ext cx="5596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Project stays simple, explainable, and testable.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RAG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Retrieval-augmented generation for dataset search — not an agent.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Python Q&amp;A Assistant  •  3/10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67128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User question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57400" y="2377440"/>
            <a:ext cx="283464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20574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167128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Clean / tokenize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31920" y="2377440"/>
            <a:ext cx="283464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51960" y="20574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167128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Retrieve docs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06440" y="2377440"/>
            <a:ext cx="283464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26480" y="20574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167128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Rank sources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80960" y="2377440"/>
            <a:ext cx="283464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01000" y="20574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2167128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Generate answer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55480" y="2377440"/>
            <a:ext cx="283464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75520" y="20574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167128"/>
            <a:ext cx="1463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Return citations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365760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</a:rPr>
              <a:t>Why this is RAG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70432" y="4270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</a:rPr>
              <a:t>The app retrieves relevant Stack Overflow examples first, then generates an answer from those sources.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92240" y="365760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Why not an agent?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6560" y="4270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2E8F0"/>
                </a:solidFill>
              </a:rPr>
              <a:t>No tool planning or multi-step agent workflow is needed for a single dataset search task.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Architecture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Clear controller / service / repository separation.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Python Q&amp;A Assistant  •  4/10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080760" y="1417320"/>
            <a:ext cx="0" cy="36576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80760" y="2423160"/>
            <a:ext cx="0" cy="36576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80760" y="3429000"/>
            <a:ext cx="0" cy="36576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00600" y="105156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61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Client / Swagger UI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00600" y="187452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FastAPI routes.py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00600" y="288036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990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QAController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00600" y="388620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QAService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560320" y="489204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50017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DocumentRepository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86600" y="4892040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50017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GroundedAnswerGenerator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600200" y="571500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5824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KeywordRetriever over processed Kaggle documents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Dataset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Kaggle Stack Overflow Python Q&amp;A, transformed for deployment.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Python Q&amp;A Assistant  •  5/10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356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Questions.csv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67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Answers.csv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78892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98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</a:rPr>
              <a:t>Tags.csv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2359152"/>
            <a:ext cx="960120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77640" y="205740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2167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Preparation script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2359152"/>
            <a:ext cx="960120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23760" y="19659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0756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processed_python_qa_5k.csv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</a:rPr>
              <a:t>Each processed row contains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4400" y="466344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73202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question title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466344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473202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body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466344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473202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answer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516636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523494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29000" y="516636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523494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5166360"/>
            <a:ext cx="214884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523494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Stack Overflow URL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Key Design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Simple, explainable choices for a learner-facing API.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Python Q&amp;A Assistant  •  6/10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234440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344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FastAPI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37560" y="1280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Automatic Swagger docs and easy API testing.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377440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87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Layered structure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2423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Controller, service, repository — each file has one job.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3520440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30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Lightweight RAG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Custom retrieval keeps the project understandable without heavy frameworks.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4663440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773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5k subset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4709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Stable free-tier deployment with predictable memory and startup time.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Retrieval And Grounding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Confidence and citations keep answers explainable.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Python Q&amp;A Assistant  •  7/10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</a:rPr>
              <a:t>Retrieval mechanics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85623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783080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Keyword / TF-IDF style retrieval with cosine similarity.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58568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Title and tag matches receive a small boost.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2807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734056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Low top score triggers a low-confidence fallback.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92240" y="1325880"/>
            <a:ext cx="425196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Answer package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812280" y="224028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230886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answer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41080" y="224028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14232" y="230886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confidence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283464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290322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41080" y="283464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14232" y="290322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limitations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</a:rPr>
              <a:t>Grounding rule: every good answer includes sources so the user can verify where it came from.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Testing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API behavior verified across happy paths and edge cases.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Python Q&amp;A Assistant  •  8/10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2161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Health check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840480" y="12344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GET /health confirms service uptime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9933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Successful answer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840480" y="20116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Python questions return grounded response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7706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Validation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0480" y="27889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Bad inputs are rejected cleanly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566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Low-confidence fallback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40480" y="35661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Non-matching or weak retrieval returns a safe response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325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343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</a:rPr>
              <a:t>Manual report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840480" y="43434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10 successful Python queries documented in docs/test_results.md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01000" y="52578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5394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docs/test_results.md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Scaling To 100+ Concurrent Users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Performance, cost, and serving changes for production traffic.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Python Q&amp;A Assistant  •  9/10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Scale strategy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928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Latency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013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</a:rPr>
              <a:t>Pre-build the index at deploy time instead of rebuilding per request.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8716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Async calls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3957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</a:rPr>
              <a:t>Keep endpoints async when adding an external LLM or vector DB.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29718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8152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9900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</a:rPr>
              <a:t>Move documents and embeddings to pgvector, Qdrant, Pinecone, or FAISS.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56616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7588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Caching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5844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</a:rPr>
              <a:t>Cache frequent questions and retrieval results in Redis.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41605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7024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Serving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41788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</a:rPr>
              <a:t>Run multiple Uvicorn workers behind a load balancer.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22960" y="47548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646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Cost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47731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</a:rPr>
              <a:t>Use a cheap retriever first; call an LLM only for final synthesis.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3108960" y="5577840"/>
            <a:ext cx="594360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57241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Keep retrieval cheap, reserve LLM calls for synthesis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Deployment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 simple public deployment path for the FastAPI service.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Python Q&amp;A Assistant  •  10/10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40817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380744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Push the repo to GitHub with the processed 5k CSV included.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211226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194560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21671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Deploy on Hugging Face Spaces or Render free tier.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289864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98094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95351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Start command: uvicorn app.main:app --host 0.0.0.0 --port $PORT.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368503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76732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3739896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Set DATASET_PATH=data/processed_python_qa_5k.csv.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8680" y="447141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455371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45262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Add the live deployed URL to README.md after deployment.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017520" y="5715000"/>
            <a:ext cx="6126480" cy="530352"/>
          </a:xfrm>
          <a:prstGeom prst="roundRect">
            <a:avLst>
              <a:gd name="adj" fmla="val 1379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587959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Deployment output: a public URL + README link for reviewers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Q&amp;A Assistant</dc:title>
  <dc:subject>Python Programming Q&amp;A Assistant</dc:subject>
  <dc:creator>OpenAI</dc:creator>
  <cp:lastModifiedBy>OpenAI</cp:lastModifiedBy>
  <cp:revision>1</cp:revision>
  <dcterms:created xsi:type="dcterms:W3CDTF">2026-06-14T08:11:13Z</dcterms:created>
  <dcterms:modified xsi:type="dcterms:W3CDTF">2026-06-14T08:11:13Z</dcterms:modified>
</cp:coreProperties>
</file>